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Espace d'états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état décrit une situation du problème.</a:t>
            </a:r>
          </a:p>
          <a:p>
            <a:r>
              <a:t>Une action transforme un état en un autre état.</a:t>
            </a:r>
          </a:p>
          <a:p>
            <a:r>
              <a:t>Une solution est une suite d'actions menant à un état but.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Recherche en largeur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Exploration par niveaux successifs.</a:t>
            </a:r>
          </a:p>
          <a:p>
            <a:r>
              <a:t>Optimale lorsque le cout des actions est uniforme.</a:t>
            </a:r>
          </a:p>
          <a:p>
            <a:r>
              <a:t>Mémoire proportionnelle au nombre d'états du niveau courant.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Recherche en profondeur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Exploration d'une branche jusqu'à son extrémité.</a:t>
            </a:r>
          </a:p>
          <a:p>
            <a:r>
              <a:t>Mémoire limitée à la profondeur courante.</a:t>
            </a:r>
          </a:p>
          <a:p>
            <a:r>
              <a:t>Pas de garantie d'optimalité.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Algorithme A étoile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Classement par cout payé plus estimation du cout restant.</a:t>
            </a:r>
          </a:p>
          <a:p>
            <a:r>
              <a:t>Optimal si l'heuristique est admissible.</a:t>
            </a:r>
          </a:p>
          <a:p>
            <a:r>
              <a:t>La qualité de l'heuristique fixe le nombre d'états développés.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09 - recherche dans un espace d'états</dc:title>
  <dc:subject/>
  <dc:creator>make_synthetic_corpus.py</dc:creator>
  <cp:keywords/>
  <dc:description>generated using python-pptx</dc:description>
  <cp:lastModifiedBy>make_synthetic_corpus.py</cp:lastModifiedBy>
  <cp:revision>1</cp:revision>
  <dcterms:created xsi:type="dcterms:W3CDTF">2026-01-01T00:00:00Z</dcterms:created>
  <dcterms:modified xsi:type="dcterms:W3CDTF">2026-01-01T00:00:00Z</dcterms:modified>
  <cp:category/>
</cp:coreProperties>
</file>